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안녕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dum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" cy="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